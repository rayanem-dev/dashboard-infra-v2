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Infrastructures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RNS : 16/10/2026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des dossiers CPM non achevés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 et CF  —  1 / 2   ·   8 dossiers   ·   semaine du 10/10/2026 au 16/10/2026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61288"/>
            <a:ext cx="8412480" cy="0"/>
          </a:xfrm>
          <a:prstGeom prst="line">
            <a:avLst/>
          </a:prstGeom>
          <a:noFill/>
          <a:ln w="25400">
            <a:solidFill>
              <a:srgbClr val="E85D0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80160"/>
            <a:ext cx="8412480" cy="32918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2801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Dossier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56232" y="128016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Intitulé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16552" y="1280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62472" y="1280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6093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N°47/SH-PROD/RNS/INFRA/2025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56232" y="16093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Rénov. 400 chambres base vie RNS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34840" y="17647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1764792"/>
            <a:ext cx="912114" cy="1463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0680" y="16093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62472" y="16093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contrat a été transmis à l’entrepreneur pour signature définitive et retour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25237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20665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31/SH-PROD/RNS/INFRA/2025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856232" y="20665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Dessablage mécanique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34840" y="22219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34840" y="2221992"/>
            <a:ext cx="912114" cy="1463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20665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62472" y="20665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contrat a été transmis à l’entrepreneur pour signature définitive et retour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29809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912" y="25237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32/SH-PROD/RNS/INFRA/2025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856232" y="25237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Prestations accompagnement LOT1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6791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679192"/>
            <a:ext cx="931316" cy="1463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40680" y="25237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062472" y="25237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dossier d'attribution définitif transmis au service juridique le 14/10/2026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65760" y="34381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29809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32/SH-PROD/RNS/INFRA/2025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856232" y="29809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Prestations accompagnement LOT2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34840" y="31363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840" y="3136392"/>
            <a:ext cx="931316" cy="1463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40680" y="29809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97 %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62472" y="29809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dossier d'attribution définitif transmis au service juridique le 14/10/2026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65760" y="38953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" y="34381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N°39/SH-PROD/RNS//INFRA/2025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856232" y="34381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Prestations génie civil lot 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34840" y="35935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34840" y="3593592"/>
            <a:ext cx="912114" cy="1463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40680" y="34381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062472" y="34381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contrat a été transmis à l’entrepreneur pour signature définitive et retour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65760" y="43525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8912" y="38953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N°39/SH-PROD/RNS//INFRA/2025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856232" y="38953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Prestations génie civil lot 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434840" y="40507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34840" y="4050792"/>
            <a:ext cx="912114" cy="1463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40680" y="38953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95 %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062472" y="38953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contrat a été transmis à l’entrepreneur pour signature définitive et retour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6576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 en gras : dossier modifié pendant la semaine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86384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Infrastructures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RNS : 16/10/2026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des dossiers CPM non achevés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 et CF  —  2 / 2   ·   8 dossiers   ·   semaine du 10/10/2026 au 16/10/2026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61288"/>
            <a:ext cx="8412480" cy="0"/>
          </a:xfrm>
          <a:prstGeom prst="line">
            <a:avLst/>
          </a:prstGeom>
          <a:noFill/>
          <a:ln w="25400">
            <a:solidFill>
              <a:srgbClr val="E85D0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80160"/>
            <a:ext cx="8412480" cy="32918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2801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Dossier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56232" y="128016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Intitulé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16552" y="1280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62472" y="1280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6093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N°7/SH-PROD/RNS/INFRA/2026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56232" y="16093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réseau anti-incendie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34840" y="17647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1764792"/>
            <a:ext cx="220828" cy="146304"/>
          </a:xfrm>
          <a:prstGeom prst="roundRect">
            <a:avLst>
              <a:gd name="adj" fmla="val 50000"/>
            </a:avLst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0680" y="16093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62472" y="16093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attente de la signature du DR sur les documents (visa budgétaire et déclaration de normativité des prix), avant leur transmission au…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25237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" y="20665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N°13/RNS/INFRA/2026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856232" y="20665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Fourniture pièces HVAC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434840" y="22219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34840" y="2221992"/>
            <a:ext cx="307238" cy="146304"/>
          </a:xfrm>
          <a:prstGeom prst="roundRect">
            <a:avLst>
              <a:gd name="adj" fmla="val 50000"/>
            </a:avLst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20665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62472" y="20665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dossier est déclaré infructueux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576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 en gras : dossier modifié pendant la semaine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Infrastructures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0" y="1645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RNS : 16/10/2026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des dossiers CPM non achevés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8412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Contrats d'application convention cadre   ·   1 dossier   ·   semaine du 10/10/2026 au 16/10/2026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61288"/>
            <a:ext cx="8412480" cy="0"/>
          </a:xfrm>
          <a:prstGeom prst="line">
            <a:avLst/>
          </a:prstGeom>
          <a:noFill/>
          <a:ln w="25400">
            <a:solidFill>
              <a:srgbClr val="E85D0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80160"/>
            <a:ext cx="8412480" cy="329184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28016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Dossier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56232" y="128016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Intitulé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16552" y="1280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62472" y="1280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841248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609344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N°/01/RNS/2026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56232" y="160934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base vie centrale Boosting 168 chambres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34840" y="1764792"/>
            <a:ext cx="96012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1764792"/>
            <a:ext cx="883310" cy="1463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40680" y="160934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62472" y="1609344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l’attestation de normativité a été signé le 21/09/2026. attente de l’étude CCA,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 en gras : dossier modifié pendant la semaine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48006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2026-10-16T14:36:24Z</dcterms:created>
  <dcterms:modified xsi:type="dcterms:W3CDTF">2026-10-16T14:36:24Z</dcterms:modified>
</cp:coreProperties>
</file>