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CPM non achevés — DAO et CF  (1/2)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10/10/2026 au 16/10/2026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82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dossiers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Dossier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914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Intitulé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914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97880" y="914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2700">
            <a:solidFill>
              <a:srgbClr val="E85D0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234440"/>
            <a:ext cx="8595360" cy="566928"/>
          </a:xfrm>
          <a:prstGeom prst="rect">
            <a:avLst/>
          </a:prstGeom>
          <a:solidFill>
            <a:srgbClr val="F8F5F1"/>
          </a:solidFill>
          <a:ln w="12700">
            <a:solidFill>
              <a:srgbClr val="F8F5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234440"/>
            <a:ext cx="45720" cy="56692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N°39/SH-PROD/RNS//INFRA/2025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83080" y="126187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Prestations génie civil lot 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1444752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1444752"/>
            <a:ext cx="985723" cy="14630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26187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12618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réserves levée , visa accordé Contrat transmis entrepreneur pour signature en 05 copie Original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184708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N°39/SH-PROD/RNS//INFRA/2025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83080" y="1847088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Prestations génie civil lot 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43400" y="2029968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2029968"/>
            <a:ext cx="955548" cy="14630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184708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18470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contrat a été transmis à l’entrepreneur pour signature définitive et retour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404872"/>
            <a:ext cx="8595360" cy="566928"/>
          </a:xfrm>
          <a:prstGeom prst="rect">
            <a:avLst/>
          </a:prstGeom>
          <a:solidFill>
            <a:srgbClr val="F8F5F1"/>
          </a:solidFill>
          <a:ln w="12700">
            <a:solidFill>
              <a:srgbClr val="F8F5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404872"/>
            <a:ext cx="45720" cy="56692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432304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N°47/SH-PROD/RNS/INFRA/2025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783080" y="243230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Rénov. 400 chambres base vie RNS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43400" y="2615184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43400" y="2615184"/>
            <a:ext cx="955548" cy="14630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243230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97880" y="243230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contrat a été transmis à l’entrepreneur pour signature définitive et retour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65760" y="3017520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N°45/SH-PROD/RNS/INFRA/2024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83080" y="3017520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Rénovation TGBT basse tension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343400" y="3200400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43400" y="3200400"/>
            <a:ext cx="905256" cy="14630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0" y="301752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97880" y="301752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du dossier d’attribution définitive.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3575304"/>
            <a:ext cx="8595360" cy="566928"/>
          </a:xfrm>
          <a:prstGeom prst="rect">
            <a:avLst/>
          </a:prstGeom>
          <a:solidFill>
            <a:srgbClr val="F8F5F1"/>
          </a:solidFill>
          <a:ln w="12700">
            <a:solidFill>
              <a:srgbClr val="F8F5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02736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N°23/SH-PROD/RNS/INFRA/2025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783080" y="360273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Maint. froid &amp; clim infrastructures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343400" y="3785616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43400" y="3785616"/>
            <a:ext cx="633679" cy="14630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0" y="360273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897880" y="360273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 Décision de négociation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65760" y="418795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N°31/SH-PROD/RNS/INFRA/2025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783080" y="418795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Dessablage mécanique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343400" y="4370832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43400" y="4370832"/>
            <a:ext cx="563270" cy="14630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94960" y="418795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897880" y="418795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COP FINALE tenue le 13/04/2026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 en gras = dossier modifié cette semaine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669280" y="48280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Infrastructures — RNS   ·   1/4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CPM non achevés — DAO et CF  (2/2)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10/10/2026 au 16/10/2026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82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dossiers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Dossier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914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Intitulé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914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97880" y="914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2700">
            <a:solidFill>
              <a:srgbClr val="E85D0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234440"/>
            <a:ext cx="8595360" cy="566928"/>
          </a:xfrm>
          <a:prstGeom prst="rect">
            <a:avLst/>
          </a:prstGeom>
          <a:solidFill>
            <a:srgbClr val="F8F5F1"/>
          </a:solidFill>
          <a:ln w="12700">
            <a:solidFill>
              <a:srgbClr val="F8F5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234440"/>
            <a:ext cx="45720" cy="56692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N°32/SH-PROD/RNS/INFRA/2025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83080" y="126187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Prestations accompagnement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1444752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1444752"/>
            <a:ext cx="311810" cy="146304"/>
          </a:xfrm>
          <a:prstGeom prst="roundRect">
            <a:avLst>
              <a:gd name="adj" fmla="val 50000"/>
            </a:avLst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26187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12618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Publié au BAOSEM le 02/02/2026, prorogation de délais de 15 jours, date de clôture le 23/04/2026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1847088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N°7/SH-PROD/RNS/INFRA/2026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83080" y="1847088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réseau anti-incendie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43400" y="2029968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2029968"/>
            <a:ext cx="150876" cy="146304"/>
          </a:xfrm>
          <a:prstGeom prst="roundRect">
            <a:avLst>
              <a:gd name="adj" fmla="val 50000"/>
            </a:avLst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184708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18470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2404872"/>
            <a:ext cx="8595360" cy="566928"/>
          </a:xfrm>
          <a:prstGeom prst="rect">
            <a:avLst/>
          </a:prstGeom>
          <a:solidFill>
            <a:srgbClr val="F8F5F1"/>
          </a:solidFill>
          <a:ln w="12700">
            <a:solidFill>
              <a:srgbClr val="F8F5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32304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N°I/48/RNS/INFRA/2025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783080" y="243230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Gravillonnage usines UTG CPF GPL CSC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43400" y="2615184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43400" y="2615184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243230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97880" y="243230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 en cours de signature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 en gras = dossier modifié cette semaine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0" y="48280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Infrastructures — RNS   ·   2/4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CPM non achevés — Contrats d'application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10/10/2026 au 16/10/2026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82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dossier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Dossier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914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Intitulé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914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97880" y="914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2700">
            <a:solidFill>
              <a:srgbClr val="E85D0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234440"/>
            <a:ext cx="8595360" cy="566928"/>
          </a:xfrm>
          <a:prstGeom prst="rect">
            <a:avLst/>
          </a:prstGeom>
          <a:solidFill>
            <a:srgbClr val="F8F5F1"/>
          </a:solidFill>
          <a:ln w="12700">
            <a:solidFill>
              <a:srgbClr val="F8F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6187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I/34/RNS/INFRA/2025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83080" y="126187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routier réfection Rhourde Nouss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1444752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444752"/>
            <a:ext cx="523037" cy="14630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126187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97880" y="12618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en cours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 en gras = dossier modifié cette semaine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69280" y="48280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Infrastructures — RNS   ·   3/4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CPM non achevés — Contrats d'application convention cadre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B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10/10/2026 au 16/10/2026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182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dossier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Dossier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914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Intitulé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914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97880" y="914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0"/>
          </a:xfrm>
          <a:prstGeom prst="line">
            <a:avLst/>
          </a:prstGeom>
          <a:noFill/>
          <a:ln w="12700">
            <a:solidFill>
              <a:srgbClr val="E85D0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234440"/>
            <a:ext cx="8595360" cy="566928"/>
          </a:xfrm>
          <a:prstGeom prst="rect">
            <a:avLst/>
          </a:prstGeom>
          <a:solidFill>
            <a:srgbClr val="F8F5F1"/>
          </a:solidFill>
          <a:ln w="12700">
            <a:solidFill>
              <a:srgbClr val="F8F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6187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33.INFRA.25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83080" y="126187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bassin évap. CPF Rhourde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1444752"/>
            <a:ext cx="1005840" cy="146304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444752"/>
            <a:ext cx="854964" cy="14630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126187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97880" y="126187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provisoire prévue le mois prochain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 en gras = dossier modifié cette semaine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69280" y="48280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Infrastructures — RNS   ·   4/4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2026-10-16T14:01:06Z</dcterms:created>
  <dcterms:modified xsi:type="dcterms:W3CDTF">2026-10-16T14:01:06Z</dcterms:modified>
</cp:coreProperties>
</file>